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EF52D0-8384-4319-A97C-51C9CDEB9346}">
  <a:tblStyle styleId="{78EF52D0-8384-4319-A97C-51C9CDEB93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e68770e9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e68770e9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68770e9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68770e9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68770e9b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68770e9b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e68770e9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e68770e9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68770e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e68770e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e68770e9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e68770e9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e68770e9b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e68770e9b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68770e9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e68770e9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68770e9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68770e9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05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164475" y="124550"/>
            <a:ext cx="6980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1164475" y="124550"/>
            <a:ext cx="6980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CF7F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08600"/>
            <a:ext cx="9144000" cy="435000"/>
          </a:xfrm>
          <a:prstGeom prst="rect">
            <a:avLst/>
          </a:prstGeom>
          <a:solidFill>
            <a:srgbClr val="1C243B"/>
          </a:solidFill>
          <a:ln w="9525" cap="flat" cmpd="sng">
            <a:solidFill>
              <a:srgbClr val="FCF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Indian Institute of Information Technology Bhopal</a:t>
            </a:r>
            <a:endParaRPr>
              <a:solidFill>
                <a:srgbClr val="FAF6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164475" y="124550"/>
            <a:ext cx="698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C243B"/>
              </a:buClr>
              <a:buSzPts val="3400"/>
              <a:buFont typeface="Times New Roman"/>
              <a:buNone/>
              <a:defRPr sz="3400">
                <a:solidFill>
                  <a:srgbClr val="1C243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  <a:defRPr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9" name="Google Shape;9;p1"/>
          <p:cNvCxnSpPr/>
          <p:nvPr/>
        </p:nvCxnSpPr>
        <p:spPr>
          <a:xfrm rot="10800000" flipH="1">
            <a:off x="-10037" y="449512"/>
            <a:ext cx="1174500" cy="9900"/>
          </a:xfrm>
          <a:prstGeom prst="straightConnector1">
            <a:avLst/>
          </a:prstGeom>
          <a:noFill/>
          <a:ln w="28575" cap="flat" cmpd="sng">
            <a:solidFill>
              <a:srgbClr val="AD7B53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0" name="Google Shape;10;p1"/>
          <p:cNvCxnSpPr/>
          <p:nvPr/>
        </p:nvCxnSpPr>
        <p:spPr>
          <a:xfrm rot="10800000" flipH="1">
            <a:off x="7969500" y="4408850"/>
            <a:ext cx="1174500" cy="9900"/>
          </a:xfrm>
          <a:prstGeom prst="straightConnector1">
            <a:avLst/>
          </a:prstGeom>
          <a:noFill/>
          <a:ln w="19050" cap="flat" cmpd="sng">
            <a:solidFill>
              <a:srgbClr val="1C243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r">
              <a:buNone/>
              <a:defRPr sz="1000">
                <a:solidFill>
                  <a:srgbClr val="FAF6F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 rot="5400000">
            <a:off x="529624" y="153937"/>
            <a:ext cx="231000" cy="231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C243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1C243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97724" y="142612"/>
            <a:ext cx="231000" cy="231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D7B53"/>
          </a:solidFill>
          <a:ln w="9525" cap="flat" cmpd="sng">
            <a:solidFill>
              <a:srgbClr val="FAF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29636" y="532188"/>
            <a:ext cx="231000" cy="231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D7B53"/>
          </a:solidFill>
          <a:ln w="9525" cap="flat" cmpd="sng">
            <a:solidFill>
              <a:srgbClr val="FAF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 rot="5400000">
            <a:off x="798061" y="532286"/>
            <a:ext cx="230700" cy="2307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C243B"/>
          </a:solidFill>
          <a:ln w="9525" cap="flat" cmpd="sng">
            <a:solidFill>
              <a:srgbClr val="FAF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"/>
          <p:cNvCxnSpPr/>
          <p:nvPr/>
        </p:nvCxnSpPr>
        <p:spPr>
          <a:xfrm flipH="1">
            <a:off x="292338" y="133837"/>
            <a:ext cx="9900" cy="652500"/>
          </a:xfrm>
          <a:prstGeom prst="straightConnector1">
            <a:avLst/>
          </a:prstGeom>
          <a:noFill/>
          <a:ln w="38100" cap="flat" cmpd="sng">
            <a:solidFill>
              <a:srgbClr val="AD7B53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17" name="Google Shape;17;p1"/>
          <p:cNvCxnSpPr/>
          <p:nvPr/>
        </p:nvCxnSpPr>
        <p:spPr>
          <a:xfrm rot="10800000" flipH="1">
            <a:off x="7388575" y="4547250"/>
            <a:ext cx="1778100" cy="3000"/>
          </a:xfrm>
          <a:prstGeom prst="straightConnector1">
            <a:avLst/>
          </a:prstGeom>
          <a:noFill/>
          <a:ln w="19050" cap="flat" cmpd="sng">
            <a:solidFill>
              <a:srgbClr val="AD7B5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1"/>
          <p:cNvSpPr/>
          <p:nvPr/>
        </p:nvSpPr>
        <p:spPr>
          <a:xfrm>
            <a:off x="0" y="0"/>
            <a:ext cx="9144000" cy="91500"/>
          </a:xfrm>
          <a:prstGeom prst="rect">
            <a:avLst/>
          </a:prstGeom>
          <a:solidFill>
            <a:srgbClr val="1C243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Google Shape;19;p1" title="BGLOGO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145250" y="230075"/>
            <a:ext cx="731584" cy="742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1"/>
          <p:cNvCxnSpPr>
            <a:stCxn id="19" idx="0"/>
          </p:cNvCxnSpPr>
          <p:nvPr/>
        </p:nvCxnSpPr>
        <p:spPr>
          <a:xfrm>
            <a:off x="8511042" y="2300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2402" y="733567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Title 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02400" y="26980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 </a:t>
            </a:r>
            <a:endParaRPr/>
          </a:p>
        </p:txBody>
      </p:sp>
      <p:graphicFrame>
        <p:nvGraphicFramePr>
          <p:cNvPr id="68" name="Google Shape;68;p13"/>
          <p:cNvGraphicFramePr/>
          <p:nvPr/>
        </p:nvGraphicFramePr>
        <p:xfrm>
          <a:off x="743200" y="3490650"/>
          <a:ext cx="7239000" cy="1036290"/>
        </p:xfrm>
        <a:graphic>
          <a:graphicData uri="http://schemas.openxmlformats.org/drawingml/2006/table">
            <a:tbl>
              <a:tblPr>
                <a:noFill/>
                <a:tableStyleId>{78EF52D0-8384-4319-A97C-51C9CDEB9346}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NAME: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Roll No: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Department: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Course: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Supervisor: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Google Shape;69;p13"/>
          <p:cNvSpPr txBox="1"/>
          <p:nvPr/>
        </p:nvSpPr>
        <p:spPr>
          <a:xfrm>
            <a:off x="1124711" y="551750"/>
            <a:ext cx="6652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Presentation </a:t>
            </a:r>
            <a:endParaRPr sz="21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862699" y="1004578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endParaRPr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Introduction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Literature Review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Problem Statement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Methodology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Experimentation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Results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Conclusion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Future Scope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9D44-1C65-E4F1-DE5E-3FFFA3E0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C966E-358E-C5F9-CDE0-575360F7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CA060-DC3C-5611-C7A2-3CC3655B9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56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Experimentation</a:t>
            </a: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1639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351850" y="972525"/>
            <a:ext cx="8291400" cy="33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ldNum" idx="12"/>
          </p:nvPr>
        </p:nvSpPr>
        <p:spPr>
          <a:xfrm>
            <a:off x="8562794" y="473347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cal PP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On-screen Show (16:9)</PresentationFormat>
  <Paragraphs>40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Technical PPT</vt:lpstr>
      <vt:lpstr>Title </vt:lpstr>
      <vt:lpstr>Outline</vt:lpstr>
      <vt:lpstr>Introduction</vt:lpstr>
      <vt:lpstr>Literature Review</vt:lpstr>
      <vt:lpstr>Problem Statement</vt:lpstr>
      <vt:lpstr>Methodology</vt:lpstr>
      <vt:lpstr>Experimentation</vt:lpstr>
      <vt:lpstr>Results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TIWARI</cp:lastModifiedBy>
  <cp:revision>2</cp:revision>
  <dcterms:modified xsi:type="dcterms:W3CDTF">2026-04-23T12:23:01Z</dcterms:modified>
</cp:coreProperties>
</file>