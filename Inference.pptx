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1" r:id="rId6"/>
    <p:sldId id="265" r:id="rId7"/>
    <p:sldId id="264" r:id="rId8"/>
    <p:sldId id="260" r:id="rId9"/>
    <p:sldId id="266" r:id="rId10"/>
    <p:sldId id="267" r:id="rId11"/>
    <p:sldId id="259" r:id="rId12"/>
    <p:sldId id="268" r:id="rId13"/>
    <p:sldId id="269" r:id="rId14"/>
    <p:sldId id="25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90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19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06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86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57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61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88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02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94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2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02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E49C5BA-BF02-4F90-8CE1-186593CC544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0CB5E8C-9E3E-40CF-9C41-58FBB289A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03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E974-A353-475A-9124-41682742F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637" y="2091790"/>
            <a:ext cx="11869961" cy="3035808"/>
          </a:xfrm>
        </p:spPr>
        <p:txBody>
          <a:bodyPr/>
          <a:lstStyle/>
          <a:p>
            <a:r>
              <a:rPr lang="en-IN" b="1" dirty="0"/>
              <a:t>Patient Inference Report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016E3-EDDE-E9A8-9690-6AF24637ED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515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5FD6E-9FDF-F381-9FBA-F095A8DC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-113067"/>
            <a:ext cx="10058400" cy="1609344"/>
          </a:xfrm>
        </p:spPr>
        <p:txBody>
          <a:bodyPr/>
          <a:lstStyle/>
          <a:p>
            <a:r>
              <a:rPr lang="en-IN" b="1" dirty="0"/>
              <a:t> Patient 1: BRATS_001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ACBBD-2BD8-A296-5F42-04A7459EA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53" y="1181483"/>
            <a:ext cx="10139955" cy="534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3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73962-6A94-2F63-931F-2DDADC552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2" y="486185"/>
            <a:ext cx="11587397" cy="443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3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2EA6C-A916-3F12-90EC-9F707AFB9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59" y="165375"/>
            <a:ext cx="11667431" cy="62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2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0BBD-C743-A4CC-1C69-A79D2C37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F2FD-ACB7-8FC2-E688-A5DE1BAA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-247978"/>
            <a:ext cx="10058400" cy="1609344"/>
          </a:xfrm>
        </p:spPr>
        <p:txBody>
          <a:bodyPr/>
          <a:lstStyle/>
          <a:p>
            <a:r>
              <a:rPr lang="en-IN" b="1" dirty="0"/>
              <a:t>Patient 2: BRATS_002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33C34-3911-2C33-AACC-43A8A68FE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1" y="934147"/>
            <a:ext cx="10872866" cy="57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0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38403-D10A-DF3F-56F2-B553BAA0E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1" y="329783"/>
            <a:ext cx="11642500" cy="502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9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1E26C-57EC-A0D8-0A49-68B44611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31" y="179882"/>
            <a:ext cx="11823616" cy="602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19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F8612-A5CF-59B9-979F-408BC430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FB1A-B96F-4F8D-B911-A43305B6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437" y="-307940"/>
            <a:ext cx="7629993" cy="1609344"/>
          </a:xfrm>
        </p:spPr>
        <p:txBody>
          <a:bodyPr/>
          <a:lstStyle/>
          <a:p>
            <a:r>
              <a:rPr lang="en-IN" b="1" dirty="0"/>
              <a:t> Patient 3: BRATS_003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EB73F-AA2A-336C-28E1-572EAE80A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94" y="1009097"/>
            <a:ext cx="10737953" cy="56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36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08C87-D487-15E1-93C8-D0EAB4B9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723787"/>
            <a:ext cx="7954485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67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10B7B-FA62-218F-4ACB-BB3A74ABA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1404655"/>
            <a:ext cx="7916380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5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B15C0-76F7-9A0D-5440-D68027BEC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BAA1-DA2F-05D7-0B87-557D0017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047" y="-98077"/>
            <a:ext cx="10058400" cy="1609344"/>
          </a:xfrm>
        </p:spPr>
        <p:txBody>
          <a:bodyPr/>
          <a:lstStyle/>
          <a:p>
            <a:r>
              <a:rPr lang="en-IN" b="1" dirty="0"/>
              <a:t> Patient 4: BRATS_004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889BD-62CC-E5F7-A418-9EC3E018C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94" y="949137"/>
            <a:ext cx="10737953" cy="56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50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9C411-34DA-C762-D2F2-62507685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6" y="239760"/>
            <a:ext cx="11825088" cy="505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36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FCA05-965D-E40D-DA2C-78BB761AD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70" y="224852"/>
            <a:ext cx="11797259" cy="57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54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5041-DD0D-45B3-D789-13F474BE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3EC1-C312-5E18-964B-6485644F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08" y="-292949"/>
            <a:ext cx="10058400" cy="1609344"/>
          </a:xfrm>
        </p:spPr>
        <p:txBody>
          <a:bodyPr/>
          <a:lstStyle/>
          <a:p>
            <a:r>
              <a:rPr lang="en-IN" b="1" dirty="0"/>
              <a:t> Patient 5: BRATS_005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D4DF5-5BC7-5099-4CD1-43EE7EF7B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53" y="919156"/>
            <a:ext cx="10962807" cy="57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15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B7BF6-381D-B691-A3E6-9926DF461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2" y="134912"/>
            <a:ext cx="11879304" cy="538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64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CF3C99-8992-70CB-9161-A1034B19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8" y="178823"/>
            <a:ext cx="12206098" cy="61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54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7D2B-EF78-8BC4-7D34-4FB0039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183" y="-170482"/>
            <a:ext cx="8081637" cy="1279426"/>
          </a:xfrm>
        </p:spPr>
        <p:txBody>
          <a:bodyPr>
            <a:normAutofit/>
          </a:bodyPr>
          <a:lstStyle/>
          <a:p>
            <a:r>
              <a:rPr lang="en-US" sz="4000" dirty="0"/>
              <a:t>This is How all input looks like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43C44-419F-546B-7B5E-3C4BE8658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81" y="883403"/>
            <a:ext cx="8081637" cy="581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22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A227-8806-FDB1-7029-CB527FDAA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484632"/>
            <a:ext cx="11586609" cy="1609344"/>
          </a:xfrm>
        </p:spPr>
        <p:txBody>
          <a:bodyPr>
            <a:normAutofit/>
          </a:bodyPr>
          <a:lstStyle/>
          <a:p>
            <a:r>
              <a:rPr lang="en-US" b="1" dirty="0"/>
              <a:t>Summary Across All 5 Patients: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E91A3-FA39-7A98-1A31-FC278E1D3C56}"/>
              </a:ext>
            </a:extLst>
          </p:cNvPr>
          <p:cNvSpPr txBox="1"/>
          <p:nvPr/>
        </p:nvSpPr>
        <p:spPr>
          <a:xfrm>
            <a:off x="1063752" y="2093976"/>
            <a:ext cx="10058400" cy="326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PINN model reveals that every patient has a </a:t>
            </a:r>
            <a:r>
              <a:rPr lang="en-US" sz="2000" b="1" dirty="0"/>
              <a:t>unique biophysical growth signature</a:t>
            </a:r>
            <a:r>
              <a:rPr lang="en-US" sz="2000" dirty="0"/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Patient 2 shows a proliferation-dominant tumor (stays localized but grows denser).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Patient 4 shows the most aggressive diffusion-dominant growth.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Patient 5 shows wide but even spread. This patient-specific characterization — impossible with standard segmentation- only Model — is the core scientific contribution of this Hybrid PINN project.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44922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21</TotalTime>
  <Words>117</Words>
  <Application>Microsoft Office PowerPoint</Application>
  <PresentationFormat>Widescreen</PresentationFormat>
  <Paragraphs>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Rockwell</vt:lpstr>
      <vt:lpstr>Rockwell Condensed</vt:lpstr>
      <vt:lpstr>Wingdings</vt:lpstr>
      <vt:lpstr>Wood Type</vt:lpstr>
      <vt:lpstr>Patient Inference Report </vt:lpstr>
      <vt:lpstr> Patient 1: BRATS_001</vt:lpstr>
      <vt:lpstr>PowerPoint Presentation</vt:lpstr>
      <vt:lpstr>PowerPoint Presentation</vt:lpstr>
      <vt:lpstr>Patient 2: BRATS_002</vt:lpstr>
      <vt:lpstr>PowerPoint Presentation</vt:lpstr>
      <vt:lpstr>PowerPoint Presentation</vt:lpstr>
      <vt:lpstr> Patient 3: BRATS_003</vt:lpstr>
      <vt:lpstr>PowerPoint Presentation</vt:lpstr>
      <vt:lpstr>PowerPoint Presentation</vt:lpstr>
      <vt:lpstr> Patient 4: BRATS_004</vt:lpstr>
      <vt:lpstr>PowerPoint Presentation</vt:lpstr>
      <vt:lpstr>PowerPoint Presentation</vt:lpstr>
      <vt:lpstr> Patient 5: BRATS_005</vt:lpstr>
      <vt:lpstr>PowerPoint Presentation</vt:lpstr>
      <vt:lpstr>PowerPoint Presentation</vt:lpstr>
      <vt:lpstr>This is How all input looks like</vt:lpstr>
      <vt:lpstr>Summary Across All 5 Patients: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Verma</dc:creator>
  <cp:lastModifiedBy>Mayank Verma</cp:lastModifiedBy>
  <cp:revision>1</cp:revision>
  <dcterms:created xsi:type="dcterms:W3CDTF">2026-04-15T08:40:12Z</dcterms:created>
  <dcterms:modified xsi:type="dcterms:W3CDTF">2026-04-15T09:02:07Z</dcterms:modified>
</cp:coreProperties>
</file>